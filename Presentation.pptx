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C2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14" autoAdjust="0"/>
  </p:normalViewPr>
  <p:slideViewPr>
    <p:cSldViewPr snapToGrid="0">
      <p:cViewPr varScale="1">
        <p:scale>
          <a:sx n="45" d="100"/>
          <a:sy n="45" d="100"/>
        </p:scale>
        <p:origin x="48" y="6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BA292D-F058-4776-AE2D-97E9FECC93B3}" type="doc">
      <dgm:prSet loTypeId="urn:microsoft.com/office/officeart/2018/5/layout/IconCircleLabelList" loCatId="icon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77AF48B-5CBB-4A12-90FE-ECE8FB1E4FE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b="1"/>
            <a:t>Hook:</a:t>
          </a:r>
          <a:r>
            <a:rPr lang="en-GB"/>
            <a:t> Digital Cemetery for the memories of our ghosts to remember forever.</a:t>
          </a:r>
          <a:endParaRPr lang="en-US"/>
        </a:p>
      </dgm:t>
    </dgm:pt>
    <dgm:pt modelId="{95354AB7-F177-4E44-90D0-6E28B5E124EC}" type="parTrans" cxnId="{58AC000E-F79A-4FC1-8118-744E9CFAFCA6}">
      <dgm:prSet/>
      <dgm:spPr/>
      <dgm:t>
        <a:bodyPr/>
        <a:lstStyle/>
        <a:p>
          <a:endParaRPr lang="en-US"/>
        </a:p>
      </dgm:t>
    </dgm:pt>
    <dgm:pt modelId="{A4271F47-F817-4F79-BF57-7BA071348DD7}" type="sibTrans" cxnId="{58AC000E-F79A-4FC1-8118-744E9CFAFCA6}">
      <dgm:prSet/>
      <dgm:spPr/>
      <dgm:t>
        <a:bodyPr/>
        <a:lstStyle/>
        <a:p>
          <a:endParaRPr lang="en-US"/>
        </a:p>
      </dgm:t>
    </dgm:pt>
    <dgm:pt modelId="{5C86CB61-3BCF-49C9-A5A9-24F6B90DCB7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b="1"/>
            <a:t>Vision:</a:t>
          </a:r>
          <a:r>
            <a:rPr lang="en-GB"/>
            <a:t> An aesthetic and storytelling application.</a:t>
          </a:r>
          <a:endParaRPr lang="en-US"/>
        </a:p>
      </dgm:t>
    </dgm:pt>
    <dgm:pt modelId="{A125BEEA-E424-428C-8369-40AF19D99F6A}" type="parTrans" cxnId="{F89EF240-F57C-4710-9962-53CEAE664173}">
      <dgm:prSet/>
      <dgm:spPr/>
      <dgm:t>
        <a:bodyPr/>
        <a:lstStyle/>
        <a:p>
          <a:endParaRPr lang="en-US"/>
        </a:p>
      </dgm:t>
    </dgm:pt>
    <dgm:pt modelId="{FD79EE83-462B-4CF4-B9D8-BC0C7CFC39DA}" type="sibTrans" cxnId="{F89EF240-F57C-4710-9962-53CEAE664173}">
      <dgm:prSet/>
      <dgm:spPr/>
      <dgm:t>
        <a:bodyPr/>
        <a:lstStyle/>
        <a:p>
          <a:endParaRPr lang="en-US"/>
        </a:p>
      </dgm:t>
    </dgm:pt>
    <dgm:pt modelId="{DD128D66-E291-438E-AA21-8676CC6ED9B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b="1"/>
            <a:t>Key Technology: </a:t>
          </a:r>
          <a:r>
            <a:rPr lang="en-GB"/>
            <a:t>.NET MAUI, Multi-threading, Async SQLite, and Dependency Injection.</a:t>
          </a:r>
          <a:endParaRPr lang="en-US"/>
        </a:p>
      </dgm:t>
    </dgm:pt>
    <dgm:pt modelId="{43F6709C-071C-4BDC-89F6-31B90398254D}" type="parTrans" cxnId="{9B1F82AD-6C69-46B2-83E9-78B6DAA23D02}">
      <dgm:prSet/>
      <dgm:spPr/>
      <dgm:t>
        <a:bodyPr/>
        <a:lstStyle/>
        <a:p>
          <a:endParaRPr lang="en-US"/>
        </a:p>
      </dgm:t>
    </dgm:pt>
    <dgm:pt modelId="{204B6D8F-700B-41BA-8351-11805C614BEB}" type="sibTrans" cxnId="{9B1F82AD-6C69-46B2-83E9-78B6DAA23D02}">
      <dgm:prSet/>
      <dgm:spPr/>
      <dgm:t>
        <a:bodyPr/>
        <a:lstStyle/>
        <a:p>
          <a:endParaRPr lang="en-US"/>
        </a:p>
      </dgm:t>
    </dgm:pt>
    <dgm:pt modelId="{063D72CA-511F-479A-AADF-2DA1B88E315F}" type="pres">
      <dgm:prSet presAssocID="{E4BA292D-F058-4776-AE2D-97E9FECC93B3}" presName="root" presStyleCnt="0">
        <dgm:presLayoutVars>
          <dgm:dir/>
          <dgm:resizeHandles val="exact"/>
        </dgm:presLayoutVars>
      </dgm:prSet>
      <dgm:spPr/>
    </dgm:pt>
    <dgm:pt modelId="{32A4A4BC-D96F-4E54-A30C-6A2651D64556}" type="pres">
      <dgm:prSet presAssocID="{077AF48B-5CBB-4A12-90FE-ECE8FB1E4FED}" presName="compNode" presStyleCnt="0"/>
      <dgm:spPr/>
    </dgm:pt>
    <dgm:pt modelId="{86A2C296-BC7D-4452-B055-888E68B22CC9}" type="pres">
      <dgm:prSet presAssocID="{077AF48B-5CBB-4A12-90FE-ECE8FB1E4FED}" presName="iconBgRect" presStyleLbl="bgShp" presStyleIdx="0" presStyleCnt="3"/>
      <dgm:spPr/>
    </dgm:pt>
    <dgm:pt modelId="{57AF862D-BC09-4A9E-BFA8-C4F5D72B3689}" type="pres">
      <dgm:prSet presAssocID="{077AF48B-5CBB-4A12-90FE-ECE8FB1E4FE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</dgm:pt>
    <dgm:pt modelId="{15336CFF-0A9B-4F5A-A36F-B9BF6E661F6E}" type="pres">
      <dgm:prSet presAssocID="{077AF48B-5CBB-4A12-90FE-ECE8FB1E4FED}" presName="spaceRect" presStyleCnt="0"/>
      <dgm:spPr/>
    </dgm:pt>
    <dgm:pt modelId="{97789A1F-9BCF-44C3-A6DC-1584F48AF53D}" type="pres">
      <dgm:prSet presAssocID="{077AF48B-5CBB-4A12-90FE-ECE8FB1E4FED}" presName="textRect" presStyleLbl="revTx" presStyleIdx="0" presStyleCnt="3">
        <dgm:presLayoutVars>
          <dgm:chMax val="1"/>
          <dgm:chPref val="1"/>
        </dgm:presLayoutVars>
      </dgm:prSet>
      <dgm:spPr/>
    </dgm:pt>
    <dgm:pt modelId="{C3DF6949-3D1F-4CCE-A7A7-E9FD1FF5A49B}" type="pres">
      <dgm:prSet presAssocID="{A4271F47-F817-4F79-BF57-7BA071348DD7}" presName="sibTrans" presStyleCnt="0"/>
      <dgm:spPr/>
    </dgm:pt>
    <dgm:pt modelId="{F14E91A9-106E-4C70-9652-222C370FF5EC}" type="pres">
      <dgm:prSet presAssocID="{5C86CB61-3BCF-49C9-A5A9-24F6B90DCB74}" presName="compNode" presStyleCnt="0"/>
      <dgm:spPr/>
    </dgm:pt>
    <dgm:pt modelId="{A8109971-0A33-4D12-9EF7-5CE0CCDFC083}" type="pres">
      <dgm:prSet presAssocID="{5C86CB61-3BCF-49C9-A5A9-24F6B90DCB74}" presName="iconBgRect" presStyleLbl="bgShp" presStyleIdx="1" presStyleCnt="3"/>
      <dgm:spPr/>
    </dgm:pt>
    <dgm:pt modelId="{10F630ED-AA21-4C79-BBAD-9050B44D1941}" type="pres">
      <dgm:prSet presAssocID="{5C86CB61-3BCF-49C9-A5A9-24F6B90DCB7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0BF52A5F-65D6-485A-9278-18F302E85190}" type="pres">
      <dgm:prSet presAssocID="{5C86CB61-3BCF-49C9-A5A9-24F6B90DCB74}" presName="spaceRect" presStyleCnt="0"/>
      <dgm:spPr/>
    </dgm:pt>
    <dgm:pt modelId="{BA33A8DC-3B97-45AA-9384-03765CBAE9FB}" type="pres">
      <dgm:prSet presAssocID="{5C86CB61-3BCF-49C9-A5A9-24F6B90DCB74}" presName="textRect" presStyleLbl="revTx" presStyleIdx="1" presStyleCnt="3">
        <dgm:presLayoutVars>
          <dgm:chMax val="1"/>
          <dgm:chPref val="1"/>
        </dgm:presLayoutVars>
      </dgm:prSet>
      <dgm:spPr/>
    </dgm:pt>
    <dgm:pt modelId="{0E0CC95F-A293-4D93-8DF1-AD1F732BA4E8}" type="pres">
      <dgm:prSet presAssocID="{FD79EE83-462B-4CF4-B9D8-BC0C7CFC39DA}" presName="sibTrans" presStyleCnt="0"/>
      <dgm:spPr/>
    </dgm:pt>
    <dgm:pt modelId="{FD7B4257-DE93-4A65-8233-3ECF2EA975D3}" type="pres">
      <dgm:prSet presAssocID="{DD128D66-E291-438E-AA21-8676CC6ED9BB}" presName="compNode" presStyleCnt="0"/>
      <dgm:spPr/>
    </dgm:pt>
    <dgm:pt modelId="{AC081237-290A-4A1C-8115-4ECB7CEB8CA9}" type="pres">
      <dgm:prSet presAssocID="{DD128D66-E291-438E-AA21-8676CC6ED9BB}" presName="iconBgRect" presStyleLbl="bgShp" presStyleIdx="2" presStyleCnt="3"/>
      <dgm:spPr/>
    </dgm:pt>
    <dgm:pt modelId="{831767A9-BEB4-4E2C-9DF3-38A4EB7DDE3D}" type="pres">
      <dgm:prSet presAssocID="{DD128D66-E291-438E-AA21-8676CC6ED9B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</dgm:pt>
    <dgm:pt modelId="{F3D5008A-13A0-4BE4-ABBA-E2EC1297AE6C}" type="pres">
      <dgm:prSet presAssocID="{DD128D66-E291-438E-AA21-8676CC6ED9BB}" presName="spaceRect" presStyleCnt="0"/>
      <dgm:spPr/>
    </dgm:pt>
    <dgm:pt modelId="{04158CA7-1714-499F-81A6-FAB239454478}" type="pres">
      <dgm:prSet presAssocID="{DD128D66-E291-438E-AA21-8676CC6ED9B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8AC000E-F79A-4FC1-8118-744E9CFAFCA6}" srcId="{E4BA292D-F058-4776-AE2D-97E9FECC93B3}" destId="{077AF48B-5CBB-4A12-90FE-ECE8FB1E4FED}" srcOrd="0" destOrd="0" parTransId="{95354AB7-F177-4E44-90D0-6E28B5E124EC}" sibTransId="{A4271F47-F817-4F79-BF57-7BA071348DD7}"/>
    <dgm:cxn modelId="{F89EF240-F57C-4710-9962-53CEAE664173}" srcId="{E4BA292D-F058-4776-AE2D-97E9FECC93B3}" destId="{5C86CB61-3BCF-49C9-A5A9-24F6B90DCB74}" srcOrd="1" destOrd="0" parTransId="{A125BEEA-E424-428C-8369-40AF19D99F6A}" sibTransId="{FD79EE83-462B-4CF4-B9D8-BC0C7CFC39DA}"/>
    <dgm:cxn modelId="{2B5B0469-A3EA-490A-A395-0CE39110BDCF}" type="presOf" srcId="{E4BA292D-F058-4776-AE2D-97E9FECC93B3}" destId="{063D72CA-511F-479A-AADF-2DA1B88E315F}" srcOrd="0" destOrd="0" presId="urn:microsoft.com/office/officeart/2018/5/layout/IconCircleLabelList"/>
    <dgm:cxn modelId="{C9F4466B-8977-4BF0-978C-C658406FD4CD}" type="presOf" srcId="{5C86CB61-3BCF-49C9-A5A9-24F6B90DCB74}" destId="{BA33A8DC-3B97-45AA-9384-03765CBAE9FB}" srcOrd="0" destOrd="0" presId="urn:microsoft.com/office/officeart/2018/5/layout/IconCircleLabelList"/>
    <dgm:cxn modelId="{57772784-93FF-40E0-A5A9-87DFDA57E434}" type="presOf" srcId="{DD128D66-E291-438E-AA21-8676CC6ED9BB}" destId="{04158CA7-1714-499F-81A6-FAB239454478}" srcOrd="0" destOrd="0" presId="urn:microsoft.com/office/officeart/2018/5/layout/IconCircleLabelList"/>
    <dgm:cxn modelId="{9B1F82AD-6C69-46B2-83E9-78B6DAA23D02}" srcId="{E4BA292D-F058-4776-AE2D-97E9FECC93B3}" destId="{DD128D66-E291-438E-AA21-8676CC6ED9BB}" srcOrd="2" destOrd="0" parTransId="{43F6709C-071C-4BDC-89F6-31B90398254D}" sibTransId="{204B6D8F-700B-41BA-8351-11805C614BEB}"/>
    <dgm:cxn modelId="{4F2204BF-7D36-4351-B869-F5C7AD238841}" type="presOf" srcId="{077AF48B-5CBB-4A12-90FE-ECE8FB1E4FED}" destId="{97789A1F-9BCF-44C3-A6DC-1584F48AF53D}" srcOrd="0" destOrd="0" presId="urn:microsoft.com/office/officeart/2018/5/layout/IconCircleLabelList"/>
    <dgm:cxn modelId="{271EAEC7-3E2E-4FD9-977D-745BCEDEADE8}" type="presParOf" srcId="{063D72CA-511F-479A-AADF-2DA1B88E315F}" destId="{32A4A4BC-D96F-4E54-A30C-6A2651D64556}" srcOrd="0" destOrd="0" presId="urn:microsoft.com/office/officeart/2018/5/layout/IconCircleLabelList"/>
    <dgm:cxn modelId="{C45006BD-4F0D-4F8B-8BF9-676A27FD3856}" type="presParOf" srcId="{32A4A4BC-D96F-4E54-A30C-6A2651D64556}" destId="{86A2C296-BC7D-4452-B055-888E68B22CC9}" srcOrd="0" destOrd="0" presId="urn:microsoft.com/office/officeart/2018/5/layout/IconCircleLabelList"/>
    <dgm:cxn modelId="{A29C4CE4-9AC4-427F-A516-7FFBE3A99930}" type="presParOf" srcId="{32A4A4BC-D96F-4E54-A30C-6A2651D64556}" destId="{57AF862D-BC09-4A9E-BFA8-C4F5D72B3689}" srcOrd="1" destOrd="0" presId="urn:microsoft.com/office/officeart/2018/5/layout/IconCircleLabelList"/>
    <dgm:cxn modelId="{F3AA8C89-47CC-4B61-8AC2-CB7C5F557536}" type="presParOf" srcId="{32A4A4BC-D96F-4E54-A30C-6A2651D64556}" destId="{15336CFF-0A9B-4F5A-A36F-B9BF6E661F6E}" srcOrd="2" destOrd="0" presId="urn:microsoft.com/office/officeart/2018/5/layout/IconCircleLabelList"/>
    <dgm:cxn modelId="{D9163938-A03D-4012-BD4A-5C6CBEBE5950}" type="presParOf" srcId="{32A4A4BC-D96F-4E54-A30C-6A2651D64556}" destId="{97789A1F-9BCF-44C3-A6DC-1584F48AF53D}" srcOrd="3" destOrd="0" presId="urn:microsoft.com/office/officeart/2018/5/layout/IconCircleLabelList"/>
    <dgm:cxn modelId="{E1DDDC29-A933-4C0B-A91E-9602690D5B09}" type="presParOf" srcId="{063D72CA-511F-479A-AADF-2DA1B88E315F}" destId="{C3DF6949-3D1F-4CCE-A7A7-E9FD1FF5A49B}" srcOrd="1" destOrd="0" presId="urn:microsoft.com/office/officeart/2018/5/layout/IconCircleLabelList"/>
    <dgm:cxn modelId="{1783F2D1-3066-485C-9012-4A2B1529DA4E}" type="presParOf" srcId="{063D72CA-511F-479A-AADF-2DA1B88E315F}" destId="{F14E91A9-106E-4C70-9652-222C370FF5EC}" srcOrd="2" destOrd="0" presId="urn:microsoft.com/office/officeart/2018/5/layout/IconCircleLabelList"/>
    <dgm:cxn modelId="{415EFCFA-61F6-4472-B731-6F4FC4483E2A}" type="presParOf" srcId="{F14E91A9-106E-4C70-9652-222C370FF5EC}" destId="{A8109971-0A33-4D12-9EF7-5CE0CCDFC083}" srcOrd="0" destOrd="0" presId="urn:microsoft.com/office/officeart/2018/5/layout/IconCircleLabelList"/>
    <dgm:cxn modelId="{CCEEDF2E-02AE-49B6-B515-AF43B2BCB76A}" type="presParOf" srcId="{F14E91A9-106E-4C70-9652-222C370FF5EC}" destId="{10F630ED-AA21-4C79-BBAD-9050B44D1941}" srcOrd="1" destOrd="0" presId="urn:microsoft.com/office/officeart/2018/5/layout/IconCircleLabelList"/>
    <dgm:cxn modelId="{1F677D74-33F0-467C-9E42-E5D3F893F659}" type="presParOf" srcId="{F14E91A9-106E-4C70-9652-222C370FF5EC}" destId="{0BF52A5F-65D6-485A-9278-18F302E85190}" srcOrd="2" destOrd="0" presId="urn:microsoft.com/office/officeart/2018/5/layout/IconCircleLabelList"/>
    <dgm:cxn modelId="{B3DB674C-02CB-4435-8D7B-260BA23F2A39}" type="presParOf" srcId="{F14E91A9-106E-4C70-9652-222C370FF5EC}" destId="{BA33A8DC-3B97-45AA-9384-03765CBAE9FB}" srcOrd="3" destOrd="0" presId="urn:microsoft.com/office/officeart/2018/5/layout/IconCircleLabelList"/>
    <dgm:cxn modelId="{B78F9B73-CB2D-4F25-9521-CCBC54670DC4}" type="presParOf" srcId="{063D72CA-511F-479A-AADF-2DA1B88E315F}" destId="{0E0CC95F-A293-4D93-8DF1-AD1F732BA4E8}" srcOrd="3" destOrd="0" presId="urn:microsoft.com/office/officeart/2018/5/layout/IconCircleLabelList"/>
    <dgm:cxn modelId="{2C93312F-DFA9-4A05-BEC9-892188AD94E7}" type="presParOf" srcId="{063D72CA-511F-479A-AADF-2DA1B88E315F}" destId="{FD7B4257-DE93-4A65-8233-3ECF2EA975D3}" srcOrd="4" destOrd="0" presId="urn:microsoft.com/office/officeart/2018/5/layout/IconCircleLabelList"/>
    <dgm:cxn modelId="{2048E34E-B4B0-408A-AB77-0BC1D3461812}" type="presParOf" srcId="{FD7B4257-DE93-4A65-8233-3ECF2EA975D3}" destId="{AC081237-290A-4A1C-8115-4ECB7CEB8CA9}" srcOrd="0" destOrd="0" presId="urn:microsoft.com/office/officeart/2018/5/layout/IconCircleLabelList"/>
    <dgm:cxn modelId="{81530EAB-E512-456B-AFC0-A940B19E8F69}" type="presParOf" srcId="{FD7B4257-DE93-4A65-8233-3ECF2EA975D3}" destId="{831767A9-BEB4-4E2C-9DF3-38A4EB7DDE3D}" srcOrd="1" destOrd="0" presId="urn:microsoft.com/office/officeart/2018/5/layout/IconCircleLabelList"/>
    <dgm:cxn modelId="{69428E4A-4D0C-493B-87AA-3A6896E2E3F2}" type="presParOf" srcId="{FD7B4257-DE93-4A65-8233-3ECF2EA975D3}" destId="{F3D5008A-13A0-4BE4-ABBA-E2EC1297AE6C}" srcOrd="2" destOrd="0" presId="urn:microsoft.com/office/officeart/2018/5/layout/IconCircleLabelList"/>
    <dgm:cxn modelId="{CD0020C0-AFB7-420C-B0C1-DB3C7086AEAD}" type="presParOf" srcId="{FD7B4257-DE93-4A65-8233-3ECF2EA975D3}" destId="{04158CA7-1714-499F-81A6-FAB23945447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62F2A5-B40E-4E16-85AD-86A97086FC50}" type="doc">
      <dgm:prSet loTypeId="urn:microsoft.com/office/officeart/2018/2/layout/IconVerticalSolidList" loCatId="icon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B2DEE7B-24BB-4688-89DD-94DAD59BCB9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Multi-Threading &amp; Concurrency</a:t>
          </a:r>
          <a:endParaRPr lang="en-US" dirty="0"/>
        </a:p>
      </dgm:t>
    </dgm:pt>
    <dgm:pt modelId="{C98E7872-5C83-4922-A796-1E0178DB4063}" type="parTrans" cxnId="{37D68CFF-7832-4BB6-9506-20A8FDED3069}">
      <dgm:prSet/>
      <dgm:spPr/>
      <dgm:t>
        <a:bodyPr/>
        <a:lstStyle/>
        <a:p>
          <a:endParaRPr lang="en-US"/>
        </a:p>
      </dgm:t>
    </dgm:pt>
    <dgm:pt modelId="{346253E3-327E-45BD-A94A-02CD1314E0AA}" type="sibTrans" cxnId="{37D68CFF-7832-4BB6-9506-20A8FDED3069}">
      <dgm:prSet/>
      <dgm:spPr/>
      <dgm:t>
        <a:bodyPr/>
        <a:lstStyle/>
        <a:p>
          <a:endParaRPr lang="en-US"/>
        </a:p>
      </dgm:t>
    </dgm:pt>
    <dgm:pt modelId="{E31C0881-35D9-4C18-822F-2C1DC16E968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The Concept: </a:t>
          </a:r>
          <a:r>
            <a:rPr lang="en-GB"/>
            <a:t>Radio Station and Memory Whispers</a:t>
          </a:r>
          <a:endParaRPr lang="en-US"/>
        </a:p>
      </dgm:t>
    </dgm:pt>
    <dgm:pt modelId="{AADECF92-9F1E-4462-BF3B-9416FE82943D}" type="parTrans" cxnId="{11EFA01A-CE70-44A6-9D0D-EFF6D7816D6C}">
      <dgm:prSet/>
      <dgm:spPr/>
      <dgm:t>
        <a:bodyPr/>
        <a:lstStyle/>
        <a:p>
          <a:endParaRPr lang="en-US"/>
        </a:p>
      </dgm:t>
    </dgm:pt>
    <dgm:pt modelId="{F8D13AD7-8387-4663-88AF-7F2086CA9B80}" type="sibTrans" cxnId="{11EFA01A-CE70-44A6-9D0D-EFF6D7816D6C}">
      <dgm:prSet/>
      <dgm:spPr/>
      <dgm:t>
        <a:bodyPr/>
        <a:lstStyle/>
        <a:p>
          <a:endParaRPr lang="en-US"/>
        </a:p>
      </dgm:t>
    </dgm:pt>
    <dgm:pt modelId="{F5D8D719-C525-49B1-9B7F-139AD6C2985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The Showstopper:</a:t>
          </a:r>
          <a:r>
            <a:rPr lang="en-GB"/>
            <a:t> System Monitor</a:t>
          </a:r>
          <a:endParaRPr lang="en-US"/>
        </a:p>
      </dgm:t>
    </dgm:pt>
    <dgm:pt modelId="{7E54F9F4-2F77-4FAC-BEE6-BA57B32BE605}" type="parTrans" cxnId="{F419A803-05E5-4F87-A042-01211C5AD036}">
      <dgm:prSet/>
      <dgm:spPr/>
      <dgm:t>
        <a:bodyPr/>
        <a:lstStyle/>
        <a:p>
          <a:endParaRPr lang="en-US"/>
        </a:p>
      </dgm:t>
    </dgm:pt>
    <dgm:pt modelId="{B25F639E-7450-4336-AE0C-3987A8FA4F3C}" type="sibTrans" cxnId="{F419A803-05E5-4F87-A042-01211C5AD036}">
      <dgm:prSet/>
      <dgm:spPr/>
      <dgm:t>
        <a:bodyPr/>
        <a:lstStyle/>
        <a:p>
          <a:endParaRPr lang="en-US"/>
        </a:p>
      </dgm:t>
    </dgm:pt>
    <dgm:pt modelId="{46AE2D01-171E-4B98-BC91-1A916C03567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The Tech Stack: </a:t>
          </a:r>
          <a:r>
            <a:rPr lang="en-GB"/>
            <a:t>Task Parallel Library (TPL) and CancellationToken</a:t>
          </a:r>
          <a:endParaRPr lang="en-US"/>
        </a:p>
      </dgm:t>
    </dgm:pt>
    <dgm:pt modelId="{2B0C12A6-FBF5-4B1D-92AA-3B64A42D2AD0}" type="parTrans" cxnId="{FC7D24C7-4CD5-4917-9B9A-A957A5C2E585}">
      <dgm:prSet/>
      <dgm:spPr/>
      <dgm:t>
        <a:bodyPr/>
        <a:lstStyle/>
        <a:p>
          <a:endParaRPr lang="en-US"/>
        </a:p>
      </dgm:t>
    </dgm:pt>
    <dgm:pt modelId="{3AF29020-E61D-4FAE-93F0-A8B0752C8EA2}" type="sibTrans" cxnId="{FC7D24C7-4CD5-4917-9B9A-A957A5C2E585}">
      <dgm:prSet/>
      <dgm:spPr/>
      <dgm:t>
        <a:bodyPr/>
        <a:lstStyle/>
        <a:p>
          <a:endParaRPr lang="en-US"/>
        </a:p>
      </dgm:t>
    </dgm:pt>
    <dgm:pt modelId="{9E1FC336-1648-41EE-8C42-6E4358DD046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Dependency Injection &amp; Abstraction</a:t>
          </a:r>
          <a:endParaRPr lang="en-US"/>
        </a:p>
      </dgm:t>
    </dgm:pt>
    <dgm:pt modelId="{28562C14-C65E-41AE-91A5-2C09FA689906}" type="parTrans" cxnId="{04655E76-3AA6-4397-A180-130D6D6CC519}">
      <dgm:prSet/>
      <dgm:spPr/>
      <dgm:t>
        <a:bodyPr/>
        <a:lstStyle/>
        <a:p>
          <a:endParaRPr lang="en-US"/>
        </a:p>
      </dgm:t>
    </dgm:pt>
    <dgm:pt modelId="{CF93C919-532E-4CAC-ACA2-9CCA4A23CC89}" type="sibTrans" cxnId="{04655E76-3AA6-4397-A180-130D6D6CC519}">
      <dgm:prSet/>
      <dgm:spPr/>
      <dgm:t>
        <a:bodyPr/>
        <a:lstStyle/>
        <a:p>
          <a:endParaRPr lang="en-US"/>
        </a:p>
      </dgm:t>
    </dgm:pt>
    <dgm:pt modelId="{5D193388-42F5-4089-8C80-216CF0E5A8F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The Refactor:</a:t>
          </a:r>
          <a:r>
            <a:rPr lang="en-GB"/>
            <a:t> Services are decoupled.</a:t>
          </a:r>
          <a:endParaRPr lang="en-US"/>
        </a:p>
      </dgm:t>
    </dgm:pt>
    <dgm:pt modelId="{C6D3D4B3-E1FC-4647-91BE-67576F0C387B}" type="parTrans" cxnId="{85CD3468-9231-42AE-8CA7-BC8997C5E5B7}">
      <dgm:prSet/>
      <dgm:spPr/>
      <dgm:t>
        <a:bodyPr/>
        <a:lstStyle/>
        <a:p>
          <a:endParaRPr lang="en-US"/>
        </a:p>
      </dgm:t>
    </dgm:pt>
    <dgm:pt modelId="{4A900F12-2778-4361-AA6E-DD94EB8026DA}" type="sibTrans" cxnId="{85CD3468-9231-42AE-8CA7-BC8997C5E5B7}">
      <dgm:prSet/>
      <dgm:spPr/>
      <dgm:t>
        <a:bodyPr/>
        <a:lstStyle/>
        <a:p>
          <a:endParaRPr lang="en-US"/>
        </a:p>
      </dgm:t>
    </dgm:pt>
    <dgm:pt modelId="{7CCBD5DE-8C44-4DD2-8AC0-9D9C7AF118B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The Security:</a:t>
          </a:r>
          <a:r>
            <a:rPr lang="en-GB"/>
            <a:t> SecureStorage for encrypting API keys for Spotify and YouTube.</a:t>
          </a:r>
          <a:endParaRPr lang="en-US"/>
        </a:p>
      </dgm:t>
    </dgm:pt>
    <dgm:pt modelId="{28A3B11B-8119-4A18-AD7C-38D64EA7D6DF}" type="parTrans" cxnId="{F4242F20-F7DD-4D6F-857B-C01BFB13B2C1}">
      <dgm:prSet/>
      <dgm:spPr/>
      <dgm:t>
        <a:bodyPr/>
        <a:lstStyle/>
        <a:p>
          <a:endParaRPr lang="en-US"/>
        </a:p>
      </dgm:t>
    </dgm:pt>
    <dgm:pt modelId="{4E71C83C-BC8A-461E-B45C-FB8B70B6879E}" type="sibTrans" cxnId="{F4242F20-F7DD-4D6F-857B-C01BFB13B2C1}">
      <dgm:prSet/>
      <dgm:spPr/>
      <dgm:t>
        <a:bodyPr/>
        <a:lstStyle/>
        <a:p>
          <a:endParaRPr lang="en-US"/>
        </a:p>
      </dgm:t>
    </dgm:pt>
    <dgm:pt modelId="{4412C0EE-925F-451C-9643-4F9A2B84E70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Progressive MVVM</a:t>
          </a:r>
          <a:endParaRPr lang="en-US"/>
        </a:p>
      </dgm:t>
    </dgm:pt>
    <dgm:pt modelId="{C55B218E-9B12-4D04-B6D1-F2973ACB046E}" type="parTrans" cxnId="{8E8B462A-92D7-47E1-B935-5E1881192F0D}">
      <dgm:prSet/>
      <dgm:spPr/>
      <dgm:t>
        <a:bodyPr/>
        <a:lstStyle/>
        <a:p>
          <a:endParaRPr lang="en-US"/>
        </a:p>
      </dgm:t>
    </dgm:pt>
    <dgm:pt modelId="{347AA34E-64E8-4F77-BD30-BFF99538A6D2}" type="sibTrans" cxnId="{8E8B462A-92D7-47E1-B935-5E1881192F0D}">
      <dgm:prSet/>
      <dgm:spPr/>
      <dgm:t>
        <a:bodyPr/>
        <a:lstStyle/>
        <a:p>
          <a:endParaRPr lang="en-US"/>
        </a:p>
      </dgm:t>
    </dgm:pt>
    <dgm:pt modelId="{3634E105-C75B-4181-A994-C43F823459D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Home Page: </a:t>
          </a:r>
          <a:r>
            <a:rPr lang="en-GB"/>
            <a:t>HomeViewModel to handle real-time data updates (Clock, Signal Strength, Current Song).</a:t>
          </a:r>
          <a:endParaRPr lang="en-US"/>
        </a:p>
      </dgm:t>
    </dgm:pt>
    <dgm:pt modelId="{348266EC-CFFB-4065-B183-125E09A62F24}" type="parTrans" cxnId="{069B97DB-4849-499A-A048-B2F2AC860A28}">
      <dgm:prSet/>
      <dgm:spPr/>
      <dgm:t>
        <a:bodyPr/>
        <a:lstStyle/>
        <a:p>
          <a:endParaRPr lang="en-US"/>
        </a:p>
      </dgm:t>
    </dgm:pt>
    <dgm:pt modelId="{23022963-06F3-498F-99AC-6BC42841EEC2}" type="sibTrans" cxnId="{069B97DB-4849-499A-A048-B2F2AC860A28}">
      <dgm:prSet/>
      <dgm:spPr/>
      <dgm:t>
        <a:bodyPr/>
        <a:lstStyle/>
        <a:p>
          <a:endParaRPr lang="en-US"/>
        </a:p>
      </dgm:t>
    </dgm:pt>
    <dgm:pt modelId="{ADBDC7BB-960D-4118-980F-D113BB4F540E}" type="pres">
      <dgm:prSet presAssocID="{6462F2A5-B40E-4E16-85AD-86A97086FC50}" presName="root" presStyleCnt="0">
        <dgm:presLayoutVars>
          <dgm:dir/>
          <dgm:resizeHandles val="exact"/>
        </dgm:presLayoutVars>
      </dgm:prSet>
      <dgm:spPr/>
    </dgm:pt>
    <dgm:pt modelId="{9E7164C4-D043-4B91-9F31-C68627DDA484}" type="pres">
      <dgm:prSet presAssocID="{EB2DEE7B-24BB-4688-89DD-94DAD59BCB9B}" presName="compNode" presStyleCnt="0"/>
      <dgm:spPr/>
    </dgm:pt>
    <dgm:pt modelId="{6846C5AF-4D09-49C8-AA7D-A4F22B8AEBFC}" type="pres">
      <dgm:prSet presAssocID="{EB2DEE7B-24BB-4688-89DD-94DAD59BCB9B}" presName="bgRect" presStyleLbl="bgShp" presStyleIdx="0" presStyleCnt="3"/>
      <dgm:spPr/>
    </dgm:pt>
    <dgm:pt modelId="{3F676E41-47B9-4381-8323-647E684048B8}" type="pres">
      <dgm:prSet presAssocID="{EB2DEE7B-24BB-4688-89DD-94DAD59BCB9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9C2EA83-3F49-42C3-A7F2-042CB557974D}" type="pres">
      <dgm:prSet presAssocID="{EB2DEE7B-24BB-4688-89DD-94DAD59BCB9B}" presName="spaceRect" presStyleCnt="0"/>
      <dgm:spPr/>
    </dgm:pt>
    <dgm:pt modelId="{D2F091CF-5D40-4123-B3C3-6416AC33B1AC}" type="pres">
      <dgm:prSet presAssocID="{EB2DEE7B-24BB-4688-89DD-94DAD59BCB9B}" presName="parTx" presStyleLbl="revTx" presStyleIdx="0" presStyleCnt="6">
        <dgm:presLayoutVars>
          <dgm:chMax val="0"/>
          <dgm:chPref val="0"/>
        </dgm:presLayoutVars>
      </dgm:prSet>
      <dgm:spPr/>
    </dgm:pt>
    <dgm:pt modelId="{1AB5556E-FB43-498A-9FA5-1228A58067C5}" type="pres">
      <dgm:prSet presAssocID="{EB2DEE7B-24BB-4688-89DD-94DAD59BCB9B}" presName="desTx" presStyleLbl="revTx" presStyleIdx="1" presStyleCnt="6">
        <dgm:presLayoutVars/>
      </dgm:prSet>
      <dgm:spPr/>
    </dgm:pt>
    <dgm:pt modelId="{58CADF8E-543B-41FE-A4F2-BD13D2C020AA}" type="pres">
      <dgm:prSet presAssocID="{346253E3-327E-45BD-A94A-02CD1314E0AA}" presName="sibTrans" presStyleCnt="0"/>
      <dgm:spPr/>
    </dgm:pt>
    <dgm:pt modelId="{33253462-5E06-4C07-AF5D-DF7E19BF472D}" type="pres">
      <dgm:prSet presAssocID="{9E1FC336-1648-41EE-8C42-6E4358DD0463}" presName="compNode" presStyleCnt="0"/>
      <dgm:spPr/>
    </dgm:pt>
    <dgm:pt modelId="{5B806207-5C63-4E36-A1E7-220CBA95B9EF}" type="pres">
      <dgm:prSet presAssocID="{9E1FC336-1648-41EE-8C42-6E4358DD0463}" presName="bgRect" presStyleLbl="bgShp" presStyleIdx="1" presStyleCnt="3"/>
      <dgm:spPr/>
    </dgm:pt>
    <dgm:pt modelId="{48158586-50D3-4DC8-AFA0-E4B4ED1FB00A}" type="pres">
      <dgm:prSet presAssocID="{9E1FC336-1648-41EE-8C42-6E4358DD046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C7AD235-22DC-413B-BA81-4BF6083ED2A1}" type="pres">
      <dgm:prSet presAssocID="{9E1FC336-1648-41EE-8C42-6E4358DD0463}" presName="spaceRect" presStyleCnt="0"/>
      <dgm:spPr/>
    </dgm:pt>
    <dgm:pt modelId="{7E38ACE9-E8A8-4F2F-B80F-9BCB7DC2E92B}" type="pres">
      <dgm:prSet presAssocID="{9E1FC336-1648-41EE-8C42-6E4358DD0463}" presName="parTx" presStyleLbl="revTx" presStyleIdx="2" presStyleCnt="6">
        <dgm:presLayoutVars>
          <dgm:chMax val="0"/>
          <dgm:chPref val="0"/>
        </dgm:presLayoutVars>
      </dgm:prSet>
      <dgm:spPr/>
    </dgm:pt>
    <dgm:pt modelId="{48136C26-EBA4-4B3F-983E-69EFD244212B}" type="pres">
      <dgm:prSet presAssocID="{9E1FC336-1648-41EE-8C42-6E4358DD0463}" presName="desTx" presStyleLbl="revTx" presStyleIdx="3" presStyleCnt="6">
        <dgm:presLayoutVars/>
      </dgm:prSet>
      <dgm:spPr/>
    </dgm:pt>
    <dgm:pt modelId="{EDEB1B83-E751-428C-99BA-9BC843FA968E}" type="pres">
      <dgm:prSet presAssocID="{CF93C919-532E-4CAC-ACA2-9CCA4A23CC89}" presName="sibTrans" presStyleCnt="0"/>
      <dgm:spPr/>
    </dgm:pt>
    <dgm:pt modelId="{519A5BD5-E0F1-45DD-91F1-CE32F293AA56}" type="pres">
      <dgm:prSet presAssocID="{4412C0EE-925F-451C-9643-4F9A2B84E705}" presName="compNode" presStyleCnt="0"/>
      <dgm:spPr/>
    </dgm:pt>
    <dgm:pt modelId="{58EC31B9-C37C-4334-819E-290BC80E0607}" type="pres">
      <dgm:prSet presAssocID="{4412C0EE-925F-451C-9643-4F9A2B84E705}" presName="bgRect" presStyleLbl="bgShp" presStyleIdx="2" presStyleCnt="3"/>
      <dgm:spPr/>
    </dgm:pt>
    <dgm:pt modelId="{EC7C1CCB-F3F7-442E-934E-B453098CF8FE}" type="pres">
      <dgm:prSet presAssocID="{4412C0EE-925F-451C-9643-4F9A2B84E70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BF23EC3E-6625-46DC-80B0-92FDA781880D}" type="pres">
      <dgm:prSet presAssocID="{4412C0EE-925F-451C-9643-4F9A2B84E705}" presName="spaceRect" presStyleCnt="0"/>
      <dgm:spPr/>
    </dgm:pt>
    <dgm:pt modelId="{0D738798-FF84-4988-8C0E-5BD83E7C8243}" type="pres">
      <dgm:prSet presAssocID="{4412C0EE-925F-451C-9643-4F9A2B84E705}" presName="parTx" presStyleLbl="revTx" presStyleIdx="4" presStyleCnt="6">
        <dgm:presLayoutVars>
          <dgm:chMax val="0"/>
          <dgm:chPref val="0"/>
        </dgm:presLayoutVars>
      </dgm:prSet>
      <dgm:spPr/>
    </dgm:pt>
    <dgm:pt modelId="{077A9C98-2BBD-4C86-8310-26B4977C638D}" type="pres">
      <dgm:prSet presAssocID="{4412C0EE-925F-451C-9643-4F9A2B84E705}" presName="desTx" presStyleLbl="revTx" presStyleIdx="5" presStyleCnt="6">
        <dgm:presLayoutVars/>
      </dgm:prSet>
      <dgm:spPr/>
    </dgm:pt>
  </dgm:ptLst>
  <dgm:cxnLst>
    <dgm:cxn modelId="{F419A803-05E5-4F87-A042-01211C5AD036}" srcId="{EB2DEE7B-24BB-4688-89DD-94DAD59BCB9B}" destId="{F5D8D719-C525-49B1-9B7F-139AD6C29856}" srcOrd="1" destOrd="0" parTransId="{7E54F9F4-2F77-4FAC-BEE6-BA57B32BE605}" sibTransId="{B25F639E-7450-4336-AE0C-3987A8FA4F3C}"/>
    <dgm:cxn modelId="{11EFA01A-CE70-44A6-9D0D-EFF6D7816D6C}" srcId="{EB2DEE7B-24BB-4688-89DD-94DAD59BCB9B}" destId="{E31C0881-35D9-4C18-822F-2C1DC16E9681}" srcOrd="0" destOrd="0" parTransId="{AADECF92-9F1E-4462-BF3B-9416FE82943D}" sibTransId="{F8D13AD7-8387-4663-88AF-7F2086CA9B80}"/>
    <dgm:cxn modelId="{F4242F20-F7DD-4D6F-857B-C01BFB13B2C1}" srcId="{9E1FC336-1648-41EE-8C42-6E4358DD0463}" destId="{7CCBD5DE-8C44-4DD2-8AC0-9D9C7AF118B7}" srcOrd="1" destOrd="0" parTransId="{28A3B11B-8119-4A18-AD7C-38D64EA7D6DF}" sibTransId="{4E71C83C-BC8A-461E-B45C-FB8B70B6879E}"/>
    <dgm:cxn modelId="{8E8B462A-92D7-47E1-B935-5E1881192F0D}" srcId="{6462F2A5-B40E-4E16-85AD-86A97086FC50}" destId="{4412C0EE-925F-451C-9643-4F9A2B84E705}" srcOrd="2" destOrd="0" parTransId="{C55B218E-9B12-4D04-B6D1-F2973ACB046E}" sibTransId="{347AA34E-64E8-4F77-BD30-BFF99538A6D2}"/>
    <dgm:cxn modelId="{B360925B-56F7-410C-BCE9-5492CDAC3D0F}" type="presOf" srcId="{EB2DEE7B-24BB-4688-89DD-94DAD59BCB9B}" destId="{D2F091CF-5D40-4123-B3C3-6416AC33B1AC}" srcOrd="0" destOrd="0" presId="urn:microsoft.com/office/officeart/2018/2/layout/IconVerticalSolidList"/>
    <dgm:cxn modelId="{85CD3468-9231-42AE-8CA7-BC8997C5E5B7}" srcId="{9E1FC336-1648-41EE-8C42-6E4358DD0463}" destId="{5D193388-42F5-4089-8C80-216CF0E5A8F7}" srcOrd="0" destOrd="0" parTransId="{C6D3D4B3-E1FC-4647-91BE-67576F0C387B}" sibTransId="{4A900F12-2778-4361-AA6E-DD94EB8026DA}"/>
    <dgm:cxn modelId="{845EE94B-13F9-47C0-A461-17DFC10CDF0C}" type="presOf" srcId="{E31C0881-35D9-4C18-822F-2C1DC16E9681}" destId="{1AB5556E-FB43-498A-9FA5-1228A58067C5}" srcOrd="0" destOrd="0" presId="urn:microsoft.com/office/officeart/2018/2/layout/IconVerticalSolidList"/>
    <dgm:cxn modelId="{04655E76-3AA6-4397-A180-130D6D6CC519}" srcId="{6462F2A5-B40E-4E16-85AD-86A97086FC50}" destId="{9E1FC336-1648-41EE-8C42-6E4358DD0463}" srcOrd="1" destOrd="0" parTransId="{28562C14-C65E-41AE-91A5-2C09FA689906}" sibTransId="{CF93C919-532E-4CAC-ACA2-9CCA4A23CC89}"/>
    <dgm:cxn modelId="{AB662B58-EC69-4FF0-BD62-C84B3EE5C83B}" type="presOf" srcId="{46AE2D01-171E-4B98-BC91-1A916C035674}" destId="{1AB5556E-FB43-498A-9FA5-1228A58067C5}" srcOrd="0" destOrd="2" presId="urn:microsoft.com/office/officeart/2018/2/layout/IconVerticalSolidList"/>
    <dgm:cxn modelId="{B5D10884-CBF2-4ADF-8C1A-37C836E73E3C}" type="presOf" srcId="{4412C0EE-925F-451C-9643-4F9A2B84E705}" destId="{0D738798-FF84-4988-8C0E-5BD83E7C8243}" srcOrd="0" destOrd="0" presId="urn:microsoft.com/office/officeart/2018/2/layout/IconVerticalSolidList"/>
    <dgm:cxn modelId="{A4DB7A8E-AA31-4980-B8ED-F9AE78BB577A}" type="presOf" srcId="{3634E105-C75B-4181-A994-C43F823459D9}" destId="{077A9C98-2BBD-4C86-8310-26B4977C638D}" srcOrd="0" destOrd="0" presId="urn:microsoft.com/office/officeart/2018/2/layout/IconVerticalSolidList"/>
    <dgm:cxn modelId="{EAF15199-E031-4F48-BB95-29828C3022FF}" type="presOf" srcId="{F5D8D719-C525-49B1-9B7F-139AD6C29856}" destId="{1AB5556E-FB43-498A-9FA5-1228A58067C5}" srcOrd="0" destOrd="1" presId="urn:microsoft.com/office/officeart/2018/2/layout/IconVerticalSolidList"/>
    <dgm:cxn modelId="{387D63A6-44EC-4297-AFC4-E58CFD85866C}" type="presOf" srcId="{7CCBD5DE-8C44-4DD2-8AC0-9D9C7AF118B7}" destId="{48136C26-EBA4-4B3F-983E-69EFD244212B}" srcOrd="0" destOrd="1" presId="urn:microsoft.com/office/officeart/2018/2/layout/IconVerticalSolidList"/>
    <dgm:cxn modelId="{668FB2C3-F923-4716-BCCA-062DF04782F5}" type="presOf" srcId="{6462F2A5-B40E-4E16-85AD-86A97086FC50}" destId="{ADBDC7BB-960D-4118-980F-D113BB4F540E}" srcOrd="0" destOrd="0" presId="urn:microsoft.com/office/officeart/2018/2/layout/IconVerticalSolidList"/>
    <dgm:cxn modelId="{FC7D24C7-4CD5-4917-9B9A-A957A5C2E585}" srcId="{EB2DEE7B-24BB-4688-89DD-94DAD59BCB9B}" destId="{46AE2D01-171E-4B98-BC91-1A916C035674}" srcOrd="2" destOrd="0" parTransId="{2B0C12A6-FBF5-4B1D-92AA-3B64A42D2AD0}" sibTransId="{3AF29020-E61D-4FAE-93F0-A8B0752C8EA2}"/>
    <dgm:cxn modelId="{DE1153D7-219C-4ACE-A536-61967644E64B}" type="presOf" srcId="{9E1FC336-1648-41EE-8C42-6E4358DD0463}" destId="{7E38ACE9-E8A8-4F2F-B80F-9BCB7DC2E92B}" srcOrd="0" destOrd="0" presId="urn:microsoft.com/office/officeart/2018/2/layout/IconVerticalSolidList"/>
    <dgm:cxn modelId="{069B97DB-4849-499A-A048-B2F2AC860A28}" srcId="{4412C0EE-925F-451C-9643-4F9A2B84E705}" destId="{3634E105-C75B-4181-A994-C43F823459D9}" srcOrd="0" destOrd="0" parTransId="{348266EC-CFFB-4065-B183-125E09A62F24}" sibTransId="{23022963-06F3-498F-99AC-6BC42841EEC2}"/>
    <dgm:cxn modelId="{E4FB19FA-C443-4696-BE5E-981598B24B96}" type="presOf" srcId="{5D193388-42F5-4089-8C80-216CF0E5A8F7}" destId="{48136C26-EBA4-4B3F-983E-69EFD244212B}" srcOrd="0" destOrd="0" presId="urn:microsoft.com/office/officeart/2018/2/layout/IconVerticalSolidList"/>
    <dgm:cxn modelId="{37D68CFF-7832-4BB6-9506-20A8FDED3069}" srcId="{6462F2A5-B40E-4E16-85AD-86A97086FC50}" destId="{EB2DEE7B-24BB-4688-89DD-94DAD59BCB9B}" srcOrd="0" destOrd="0" parTransId="{C98E7872-5C83-4922-A796-1E0178DB4063}" sibTransId="{346253E3-327E-45BD-A94A-02CD1314E0AA}"/>
    <dgm:cxn modelId="{63311FD1-AAEA-43B0-956B-2FA5C83A2522}" type="presParOf" srcId="{ADBDC7BB-960D-4118-980F-D113BB4F540E}" destId="{9E7164C4-D043-4B91-9F31-C68627DDA484}" srcOrd="0" destOrd="0" presId="urn:microsoft.com/office/officeart/2018/2/layout/IconVerticalSolidList"/>
    <dgm:cxn modelId="{99A39626-B696-4910-963D-971C1A27937F}" type="presParOf" srcId="{9E7164C4-D043-4B91-9F31-C68627DDA484}" destId="{6846C5AF-4D09-49C8-AA7D-A4F22B8AEBFC}" srcOrd="0" destOrd="0" presId="urn:microsoft.com/office/officeart/2018/2/layout/IconVerticalSolidList"/>
    <dgm:cxn modelId="{896D5FC4-7C4E-4BFD-8AC9-65A077662F9A}" type="presParOf" srcId="{9E7164C4-D043-4B91-9F31-C68627DDA484}" destId="{3F676E41-47B9-4381-8323-647E684048B8}" srcOrd="1" destOrd="0" presId="urn:microsoft.com/office/officeart/2018/2/layout/IconVerticalSolidList"/>
    <dgm:cxn modelId="{C2998D3C-0159-4C9A-9455-34828B31A089}" type="presParOf" srcId="{9E7164C4-D043-4B91-9F31-C68627DDA484}" destId="{A9C2EA83-3F49-42C3-A7F2-042CB557974D}" srcOrd="2" destOrd="0" presId="urn:microsoft.com/office/officeart/2018/2/layout/IconVerticalSolidList"/>
    <dgm:cxn modelId="{B6AAAC3C-B4E9-4E55-8BC6-8721BC469600}" type="presParOf" srcId="{9E7164C4-D043-4B91-9F31-C68627DDA484}" destId="{D2F091CF-5D40-4123-B3C3-6416AC33B1AC}" srcOrd="3" destOrd="0" presId="urn:microsoft.com/office/officeart/2018/2/layout/IconVerticalSolidList"/>
    <dgm:cxn modelId="{6A02B6ED-2774-4DB2-BB71-6DB116621B70}" type="presParOf" srcId="{9E7164C4-D043-4B91-9F31-C68627DDA484}" destId="{1AB5556E-FB43-498A-9FA5-1228A58067C5}" srcOrd="4" destOrd="0" presId="urn:microsoft.com/office/officeart/2018/2/layout/IconVerticalSolidList"/>
    <dgm:cxn modelId="{B1DEAF47-0855-4E29-93DE-339E3985CB84}" type="presParOf" srcId="{ADBDC7BB-960D-4118-980F-D113BB4F540E}" destId="{58CADF8E-543B-41FE-A4F2-BD13D2C020AA}" srcOrd="1" destOrd="0" presId="urn:microsoft.com/office/officeart/2018/2/layout/IconVerticalSolidList"/>
    <dgm:cxn modelId="{ACC31FD5-9DE9-48ED-9831-5BCA2781EB9E}" type="presParOf" srcId="{ADBDC7BB-960D-4118-980F-D113BB4F540E}" destId="{33253462-5E06-4C07-AF5D-DF7E19BF472D}" srcOrd="2" destOrd="0" presId="urn:microsoft.com/office/officeart/2018/2/layout/IconVerticalSolidList"/>
    <dgm:cxn modelId="{C3AC0543-8004-4813-BED3-0D5DC9847D19}" type="presParOf" srcId="{33253462-5E06-4C07-AF5D-DF7E19BF472D}" destId="{5B806207-5C63-4E36-A1E7-220CBA95B9EF}" srcOrd="0" destOrd="0" presId="urn:microsoft.com/office/officeart/2018/2/layout/IconVerticalSolidList"/>
    <dgm:cxn modelId="{F90D74E6-7D7D-469F-B54A-F1E054808283}" type="presParOf" srcId="{33253462-5E06-4C07-AF5D-DF7E19BF472D}" destId="{48158586-50D3-4DC8-AFA0-E4B4ED1FB00A}" srcOrd="1" destOrd="0" presId="urn:microsoft.com/office/officeart/2018/2/layout/IconVerticalSolidList"/>
    <dgm:cxn modelId="{99067846-888E-45FA-93D3-95BF7472F45D}" type="presParOf" srcId="{33253462-5E06-4C07-AF5D-DF7E19BF472D}" destId="{FC7AD235-22DC-413B-BA81-4BF6083ED2A1}" srcOrd="2" destOrd="0" presId="urn:microsoft.com/office/officeart/2018/2/layout/IconVerticalSolidList"/>
    <dgm:cxn modelId="{0DE3B1A1-AD1C-4694-B8CA-D0B233D0F2F2}" type="presParOf" srcId="{33253462-5E06-4C07-AF5D-DF7E19BF472D}" destId="{7E38ACE9-E8A8-4F2F-B80F-9BCB7DC2E92B}" srcOrd="3" destOrd="0" presId="urn:microsoft.com/office/officeart/2018/2/layout/IconVerticalSolidList"/>
    <dgm:cxn modelId="{A6ED43E6-2BE4-42FD-87FE-12F67BEF22C6}" type="presParOf" srcId="{33253462-5E06-4C07-AF5D-DF7E19BF472D}" destId="{48136C26-EBA4-4B3F-983E-69EFD244212B}" srcOrd="4" destOrd="0" presId="urn:microsoft.com/office/officeart/2018/2/layout/IconVerticalSolidList"/>
    <dgm:cxn modelId="{ED35EE80-9828-40C8-B109-01D55459898C}" type="presParOf" srcId="{ADBDC7BB-960D-4118-980F-D113BB4F540E}" destId="{EDEB1B83-E751-428C-99BA-9BC843FA968E}" srcOrd="3" destOrd="0" presId="urn:microsoft.com/office/officeart/2018/2/layout/IconVerticalSolidList"/>
    <dgm:cxn modelId="{17C42EA2-F1AF-43F1-B3DD-D330F5E4AF8E}" type="presParOf" srcId="{ADBDC7BB-960D-4118-980F-D113BB4F540E}" destId="{519A5BD5-E0F1-45DD-91F1-CE32F293AA56}" srcOrd="4" destOrd="0" presId="urn:microsoft.com/office/officeart/2018/2/layout/IconVerticalSolidList"/>
    <dgm:cxn modelId="{4047319D-2ABC-4FC5-A9DB-B4D7EC0B9964}" type="presParOf" srcId="{519A5BD5-E0F1-45DD-91F1-CE32F293AA56}" destId="{58EC31B9-C37C-4334-819E-290BC80E0607}" srcOrd="0" destOrd="0" presId="urn:microsoft.com/office/officeart/2018/2/layout/IconVerticalSolidList"/>
    <dgm:cxn modelId="{D76F40FE-F81F-418E-8771-EAE26968FD4F}" type="presParOf" srcId="{519A5BD5-E0F1-45DD-91F1-CE32F293AA56}" destId="{EC7C1CCB-F3F7-442E-934E-B453098CF8FE}" srcOrd="1" destOrd="0" presId="urn:microsoft.com/office/officeart/2018/2/layout/IconVerticalSolidList"/>
    <dgm:cxn modelId="{0BC57F6F-9397-4D65-8031-87A185985DD1}" type="presParOf" srcId="{519A5BD5-E0F1-45DD-91F1-CE32F293AA56}" destId="{BF23EC3E-6625-46DC-80B0-92FDA781880D}" srcOrd="2" destOrd="0" presId="urn:microsoft.com/office/officeart/2018/2/layout/IconVerticalSolidList"/>
    <dgm:cxn modelId="{188651B5-7502-44E8-8059-AD71CA1FE9AC}" type="presParOf" srcId="{519A5BD5-E0F1-45DD-91F1-CE32F293AA56}" destId="{0D738798-FF84-4988-8C0E-5BD83E7C8243}" srcOrd="3" destOrd="0" presId="urn:microsoft.com/office/officeart/2018/2/layout/IconVerticalSolidList"/>
    <dgm:cxn modelId="{760661CD-301E-4B9B-9666-767778801431}" type="presParOf" srcId="{519A5BD5-E0F1-45DD-91F1-CE32F293AA56}" destId="{077A9C98-2BBD-4C86-8310-26B4977C638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58580D-76DB-4A1C-9810-41FF8D540868}" type="doc">
      <dgm:prSet loTypeId="urn:microsoft.com/office/officeart/2018/2/layout/IconLabelList" loCatId="icon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2D5DF81F-3215-4B7F-BAEA-00D976CED55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Summary:</a:t>
          </a:r>
          <a:r>
            <a:rPr lang="en-GB"/>
            <a:t> This project demonstrates a modern C# concurrency and clean architectural principles.</a:t>
          </a:r>
          <a:endParaRPr lang="en-US"/>
        </a:p>
      </dgm:t>
    </dgm:pt>
    <dgm:pt modelId="{AA54E87E-5243-4187-8D0E-BD4B617B746E}" type="parTrans" cxnId="{B2862AA0-DC10-4BBC-9775-369CCC1EA35B}">
      <dgm:prSet/>
      <dgm:spPr/>
      <dgm:t>
        <a:bodyPr/>
        <a:lstStyle/>
        <a:p>
          <a:endParaRPr lang="en-US"/>
        </a:p>
      </dgm:t>
    </dgm:pt>
    <dgm:pt modelId="{37AD835D-DBC5-4290-B423-BF065BFCE630}" type="sibTrans" cxnId="{B2862AA0-DC10-4BBC-9775-369CCC1EA35B}">
      <dgm:prSet/>
      <dgm:spPr/>
      <dgm:t>
        <a:bodyPr/>
        <a:lstStyle/>
        <a:p>
          <a:endParaRPr lang="en-US"/>
        </a:p>
      </dgm:t>
    </dgm:pt>
    <dgm:pt modelId="{7DB28AED-99BA-47A9-8E50-609CA944C5A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Automated Tests:</a:t>
          </a:r>
          <a:r>
            <a:rPr lang="en-GB"/>
            <a:t> All 54 tests passed.</a:t>
          </a:r>
          <a:endParaRPr lang="en-US"/>
        </a:p>
      </dgm:t>
    </dgm:pt>
    <dgm:pt modelId="{E38F4D9C-C380-4AC6-AF99-13D93E6C659C}" type="parTrans" cxnId="{A791DE75-E823-4CDC-B35B-1F3C3AF582B5}">
      <dgm:prSet/>
      <dgm:spPr/>
      <dgm:t>
        <a:bodyPr/>
        <a:lstStyle/>
        <a:p>
          <a:endParaRPr lang="en-US"/>
        </a:p>
      </dgm:t>
    </dgm:pt>
    <dgm:pt modelId="{6D53F121-BC27-44D8-89F6-F97C4CF6BB45}" type="sibTrans" cxnId="{A791DE75-E823-4CDC-B35B-1F3C3AF582B5}">
      <dgm:prSet/>
      <dgm:spPr/>
      <dgm:t>
        <a:bodyPr/>
        <a:lstStyle/>
        <a:p>
          <a:endParaRPr lang="en-US"/>
        </a:p>
      </dgm:t>
    </dgm:pt>
    <dgm:pt modelId="{B4D4E431-4894-464B-9CF0-3AA5763F07B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Future Work: </a:t>
          </a:r>
          <a:r>
            <a:rPr lang="en-GB"/>
            <a:t>Integrate artificial intelligent and/or live Spotify/YouTube Music streaming.</a:t>
          </a:r>
          <a:endParaRPr lang="en-US"/>
        </a:p>
      </dgm:t>
    </dgm:pt>
    <dgm:pt modelId="{98CDE97A-C3DD-420E-B279-D969B998BBAD}" type="parTrans" cxnId="{3E0AF7E9-EF8F-400D-AEFA-95986930BDA5}">
      <dgm:prSet/>
      <dgm:spPr/>
      <dgm:t>
        <a:bodyPr/>
        <a:lstStyle/>
        <a:p>
          <a:endParaRPr lang="en-US"/>
        </a:p>
      </dgm:t>
    </dgm:pt>
    <dgm:pt modelId="{B6F8CF8E-4F7C-439E-B047-D9ACC511ACC0}" type="sibTrans" cxnId="{3E0AF7E9-EF8F-400D-AEFA-95986930BDA5}">
      <dgm:prSet/>
      <dgm:spPr/>
      <dgm:t>
        <a:bodyPr/>
        <a:lstStyle/>
        <a:p>
          <a:endParaRPr lang="en-US"/>
        </a:p>
      </dgm:t>
    </dgm:pt>
    <dgm:pt modelId="{53E71F49-ECB3-4E11-94BC-3FB24F51ACBB}" type="pres">
      <dgm:prSet presAssocID="{2158580D-76DB-4A1C-9810-41FF8D540868}" presName="root" presStyleCnt="0">
        <dgm:presLayoutVars>
          <dgm:dir/>
          <dgm:resizeHandles val="exact"/>
        </dgm:presLayoutVars>
      </dgm:prSet>
      <dgm:spPr/>
    </dgm:pt>
    <dgm:pt modelId="{29C87F29-1467-46A9-A199-6C044B71076E}" type="pres">
      <dgm:prSet presAssocID="{2D5DF81F-3215-4B7F-BAEA-00D976CED552}" presName="compNode" presStyleCnt="0"/>
      <dgm:spPr/>
    </dgm:pt>
    <dgm:pt modelId="{1A9AC3A7-6E2F-497D-952D-51BEB8A30CF0}" type="pres">
      <dgm:prSet presAssocID="{2D5DF81F-3215-4B7F-BAEA-00D976CED55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D9F67C0F-25F6-4913-891C-332F6E4850C3}" type="pres">
      <dgm:prSet presAssocID="{2D5DF81F-3215-4B7F-BAEA-00D976CED552}" presName="spaceRect" presStyleCnt="0"/>
      <dgm:spPr/>
    </dgm:pt>
    <dgm:pt modelId="{C64ADE90-A4FC-4EC7-A5C3-477950F0DD62}" type="pres">
      <dgm:prSet presAssocID="{2D5DF81F-3215-4B7F-BAEA-00D976CED552}" presName="textRect" presStyleLbl="revTx" presStyleIdx="0" presStyleCnt="3">
        <dgm:presLayoutVars>
          <dgm:chMax val="1"/>
          <dgm:chPref val="1"/>
        </dgm:presLayoutVars>
      </dgm:prSet>
      <dgm:spPr/>
    </dgm:pt>
    <dgm:pt modelId="{708841B7-61C9-4ECF-A85E-DBAF803EFEB8}" type="pres">
      <dgm:prSet presAssocID="{37AD835D-DBC5-4290-B423-BF065BFCE630}" presName="sibTrans" presStyleCnt="0"/>
      <dgm:spPr/>
    </dgm:pt>
    <dgm:pt modelId="{4A70B100-29ED-4C2C-AEB2-708EF0D2483D}" type="pres">
      <dgm:prSet presAssocID="{7DB28AED-99BA-47A9-8E50-609CA944C5AD}" presName="compNode" presStyleCnt="0"/>
      <dgm:spPr/>
    </dgm:pt>
    <dgm:pt modelId="{C3FF34BA-02E6-4451-A8E1-27703390B403}" type="pres">
      <dgm:prSet presAssocID="{7DB28AED-99BA-47A9-8E50-609CA944C5AD}" presName="iconRect" presStyleLbl="node1" presStyleIdx="1" presStyleCnt="3" custLinFactNeighborX="-208" custLinFactNeighborY="289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A56A8BDB-C9EE-46D9-96FE-E05A638F0704}" type="pres">
      <dgm:prSet presAssocID="{7DB28AED-99BA-47A9-8E50-609CA944C5AD}" presName="spaceRect" presStyleCnt="0"/>
      <dgm:spPr/>
    </dgm:pt>
    <dgm:pt modelId="{593BD43F-8442-461A-8771-0A01A4EFFFA7}" type="pres">
      <dgm:prSet presAssocID="{7DB28AED-99BA-47A9-8E50-609CA944C5AD}" presName="textRect" presStyleLbl="revTx" presStyleIdx="1" presStyleCnt="3">
        <dgm:presLayoutVars>
          <dgm:chMax val="1"/>
          <dgm:chPref val="1"/>
        </dgm:presLayoutVars>
      </dgm:prSet>
      <dgm:spPr/>
    </dgm:pt>
    <dgm:pt modelId="{CD743F10-5041-4930-8ADD-BF1A24672012}" type="pres">
      <dgm:prSet presAssocID="{6D53F121-BC27-44D8-89F6-F97C4CF6BB45}" presName="sibTrans" presStyleCnt="0"/>
      <dgm:spPr/>
    </dgm:pt>
    <dgm:pt modelId="{567B8FA5-5A45-4EBF-B146-2E657662C217}" type="pres">
      <dgm:prSet presAssocID="{B4D4E431-4894-464B-9CF0-3AA5763F07B8}" presName="compNode" presStyleCnt="0"/>
      <dgm:spPr/>
    </dgm:pt>
    <dgm:pt modelId="{2DEA5F60-DAE5-4617-A8D1-5B4F5752F9BF}" type="pres">
      <dgm:prSet presAssocID="{B4D4E431-4894-464B-9CF0-3AA5763F07B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7879F56-4797-4C49-8F16-D75F400A6017}" type="pres">
      <dgm:prSet presAssocID="{B4D4E431-4894-464B-9CF0-3AA5763F07B8}" presName="spaceRect" presStyleCnt="0"/>
      <dgm:spPr/>
    </dgm:pt>
    <dgm:pt modelId="{833DFB13-A932-4058-AAAB-E2DDF700DFA9}" type="pres">
      <dgm:prSet presAssocID="{B4D4E431-4894-464B-9CF0-3AA5763F07B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64E2009-AA5B-464D-8686-3B62AF3C86AE}" type="presOf" srcId="{2D5DF81F-3215-4B7F-BAEA-00D976CED552}" destId="{C64ADE90-A4FC-4EC7-A5C3-477950F0DD62}" srcOrd="0" destOrd="0" presId="urn:microsoft.com/office/officeart/2018/2/layout/IconLabelList"/>
    <dgm:cxn modelId="{2A2A243A-01EE-4D7A-A80E-B2196A806F8A}" type="presOf" srcId="{B4D4E431-4894-464B-9CF0-3AA5763F07B8}" destId="{833DFB13-A932-4058-AAAB-E2DDF700DFA9}" srcOrd="0" destOrd="0" presId="urn:microsoft.com/office/officeart/2018/2/layout/IconLabelList"/>
    <dgm:cxn modelId="{A791DE75-E823-4CDC-B35B-1F3C3AF582B5}" srcId="{2158580D-76DB-4A1C-9810-41FF8D540868}" destId="{7DB28AED-99BA-47A9-8E50-609CA944C5AD}" srcOrd="1" destOrd="0" parTransId="{E38F4D9C-C380-4AC6-AF99-13D93E6C659C}" sibTransId="{6D53F121-BC27-44D8-89F6-F97C4CF6BB45}"/>
    <dgm:cxn modelId="{4FA50685-BB99-4F5D-878D-5C6019CBAC77}" type="presOf" srcId="{7DB28AED-99BA-47A9-8E50-609CA944C5AD}" destId="{593BD43F-8442-461A-8771-0A01A4EFFFA7}" srcOrd="0" destOrd="0" presId="urn:microsoft.com/office/officeart/2018/2/layout/IconLabelList"/>
    <dgm:cxn modelId="{B2862AA0-DC10-4BBC-9775-369CCC1EA35B}" srcId="{2158580D-76DB-4A1C-9810-41FF8D540868}" destId="{2D5DF81F-3215-4B7F-BAEA-00D976CED552}" srcOrd="0" destOrd="0" parTransId="{AA54E87E-5243-4187-8D0E-BD4B617B746E}" sibTransId="{37AD835D-DBC5-4290-B423-BF065BFCE630}"/>
    <dgm:cxn modelId="{3E0AF7E9-EF8F-400D-AEFA-95986930BDA5}" srcId="{2158580D-76DB-4A1C-9810-41FF8D540868}" destId="{B4D4E431-4894-464B-9CF0-3AA5763F07B8}" srcOrd="2" destOrd="0" parTransId="{98CDE97A-C3DD-420E-B279-D969B998BBAD}" sibTransId="{B6F8CF8E-4F7C-439E-B047-D9ACC511ACC0}"/>
    <dgm:cxn modelId="{D20AA1FC-8B87-49C9-9A2D-58F671FE34B1}" type="presOf" srcId="{2158580D-76DB-4A1C-9810-41FF8D540868}" destId="{53E71F49-ECB3-4E11-94BC-3FB24F51ACBB}" srcOrd="0" destOrd="0" presId="urn:microsoft.com/office/officeart/2018/2/layout/IconLabelList"/>
    <dgm:cxn modelId="{8E10A1F2-CB02-4146-8B2F-EF9CA276F7CE}" type="presParOf" srcId="{53E71F49-ECB3-4E11-94BC-3FB24F51ACBB}" destId="{29C87F29-1467-46A9-A199-6C044B71076E}" srcOrd="0" destOrd="0" presId="urn:microsoft.com/office/officeart/2018/2/layout/IconLabelList"/>
    <dgm:cxn modelId="{E68E7B63-9CD5-4ACF-9653-7BC867B611D3}" type="presParOf" srcId="{29C87F29-1467-46A9-A199-6C044B71076E}" destId="{1A9AC3A7-6E2F-497D-952D-51BEB8A30CF0}" srcOrd="0" destOrd="0" presId="urn:microsoft.com/office/officeart/2018/2/layout/IconLabelList"/>
    <dgm:cxn modelId="{F7B4245B-399D-434B-8970-EB055836B30B}" type="presParOf" srcId="{29C87F29-1467-46A9-A199-6C044B71076E}" destId="{D9F67C0F-25F6-4913-891C-332F6E4850C3}" srcOrd="1" destOrd="0" presId="urn:microsoft.com/office/officeart/2018/2/layout/IconLabelList"/>
    <dgm:cxn modelId="{3EE0AA0C-B572-42BB-BB89-989CB9E49D03}" type="presParOf" srcId="{29C87F29-1467-46A9-A199-6C044B71076E}" destId="{C64ADE90-A4FC-4EC7-A5C3-477950F0DD62}" srcOrd="2" destOrd="0" presId="urn:microsoft.com/office/officeart/2018/2/layout/IconLabelList"/>
    <dgm:cxn modelId="{86D3EE9F-A157-4858-9B4B-9B9A7C99B5AC}" type="presParOf" srcId="{53E71F49-ECB3-4E11-94BC-3FB24F51ACBB}" destId="{708841B7-61C9-4ECF-A85E-DBAF803EFEB8}" srcOrd="1" destOrd="0" presId="urn:microsoft.com/office/officeart/2018/2/layout/IconLabelList"/>
    <dgm:cxn modelId="{86ED0F46-CD90-4EE5-8DDB-183FCE68208B}" type="presParOf" srcId="{53E71F49-ECB3-4E11-94BC-3FB24F51ACBB}" destId="{4A70B100-29ED-4C2C-AEB2-708EF0D2483D}" srcOrd="2" destOrd="0" presId="urn:microsoft.com/office/officeart/2018/2/layout/IconLabelList"/>
    <dgm:cxn modelId="{4A3FD116-83AA-4083-89AC-21EA6AEB2B0C}" type="presParOf" srcId="{4A70B100-29ED-4C2C-AEB2-708EF0D2483D}" destId="{C3FF34BA-02E6-4451-A8E1-27703390B403}" srcOrd="0" destOrd="0" presId="urn:microsoft.com/office/officeart/2018/2/layout/IconLabelList"/>
    <dgm:cxn modelId="{8F38B17C-102D-4B8F-A88E-372773EF0DEB}" type="presParOf" srcId="{4A70B100-29ED-4C2C-AEB2-708EF0D2483D}" destId="{A56A8BDB-C9EE-46D9-96FE-E05A638F0704}" srcOrd="1" destOrd="0" presId="urn:microsoft.com/office/officeart/2018/2/layout/IconLabelList"/>
    <dgm:cxn modelId="{821C1AC9-211B-49AD-8F08-A4BCBE5D9B4B}" type="presParOf" srcId="{4A70B100-29ED-4C2C-AEB2-708EF0D2483D}" destId="{593BD43F-8442-461A-8771-0A01A4EFFFA7}" srcOrd="2" destOrd="0" presId="urn:microsoft.com/office/officeart/2018/2/layout/IconLabelList"/>
    <dgm:cxn modelId="{73E0500C-194D-46C3-8648-A9B852E8499B}" type="presParOf" srcId="{53E71F49-ECB3-4E11-94BC-3FB24F51ACBB}" destId="{CD743F10-5041-4930-8ADD-BF1A24672012}" srcOrd="3" destOrd="0" presId="urn:microsoft.com/office/officeart/2018/2/layout/IconLabelList"/>
    <dgm:cxn modelId="{2EF04A42-13B4-4685-8688-75F28368B731}" type="presParOf" srcId="{53E71F49-ECB3-4E11-94BC-3FB24F51ACBB}" destId="{567B8FA5-5A45-4EBF-B146-2E657662C217}" srcOrd="4" destOrd="0" presId="urn:microsoft.com/office/officeart/2018/2/layout/IconLabelList"/>
    <dgm:cxn modelId="{D629A8B5-AD0C-4562-8F56-14E1A2B02E89}" type="presParOf" srcId="{567B8FA5-5A45-4EBF-B146-2E657662C217}" destId="{2DEA5F60-DAE5-4617-A8D1-5B4F5752F9BF}" srcOrd="0" destOrd="0" presId="urn:microsoft.com/office/officeart/2018/2/layout/IconLabelList"/>
    <dgm:cxn modelId="{E1935472-A1BB-4260-8DDE-88503C1C6998}" type="presParOf" srcId="{567B8FA5-5A45-4EBF-B146-2E657662C217}" destId="{D7879F56-4797-4C49-8F16-D75F400A6017}" srcOrd="1" destOrd="0" presId="urn:microsoft.com/office/officeart/2018/2/layout/IconLabelList"/>
    <dgm:cxn modelId="{80303A43-3048-432F-9FC7-014F1416CD14}" type="presParOf" srcId="{567B8FA5-5A45-4EBF-B146-2E657662C217}" destId="{833DFB13-A932-4058-AAAB-E2DDF700DFA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A2C296-BC7D-4452-B055-888E68B22CC9}">
      <dsp:nvSpPr>
        <dsp:cNvPr id="0" name=""/>
        <dsp:cNvSpPr/>
      </dsp:nvSpPr>
      <dsp:spPr>
        <a:xfrm>
          <a:off x="666089" y="196163"/>
          <a:ext cx="2024437" cy="2024437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7AF862D-BC09-4A9E-BFA8-C4F5D72B3689}">
      <dsp:nvSpPr>
        <dsp:cNvPr id="0" name=""/>
        <dsp:cNvSpPr/>
      </dsp:nvSpPr>
      <dsp:spPr>
        <a:xfrm>
          <a:off x="1097527" y="627601"/>
          <a:ext cx="1161562" cy="1161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7789A1F-9BCF-44C3-A6DC-1584F48AF53D}">
      <dsp:nvSpPr>
        <dsp:cNvPr id="0" name=""/>
        <dsp:cNvSpPr/>
      </dsp:nvSpPr>
      <dsp:spPr>
        <a:xfrm>
          <a:off x="18933" y="2851164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b="1" kern="1200"/>
            <a:t>Hook:</a:t>
          </a:r>
          <a:r>
            <a:rPr lang="en-GB" sz="1500" kern="1200"/>
            <a:t> Digital Cemetery for the memories of our ghosts to remember forever.</a:t>
          </a:r>
          <a:endParaRPr lang="en-US" sz="1500" kern="1200"/>
        </a:p>
      </dsp:txBody>
      <dsp:txXfrm>
        <a:off x="18933" y="2851164"/>
        <a:ext cx="3318750" cy="720000"/>
      </dsp:txXfrm>
    </dsp:sp>
    <dsp:sp modelId="{A8109971-0A33-4D12-9EF7-5CE0CCDFC083}">
      <dsp:nvSpPr>
        <dsp:cNvPr id="0" name=""/>
        <dsp:cNvSpPr/>
      </dsp:nvSpPr>
      <dsp:spPr>
        <a:xfrm>
          <a:off x="4565621" y="196163"/>
          <a:ext cx="2024437" cy="2024437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0F630ED-AA21-4C79-BBAD-9050B44D1941}">
      <dsp:nvSpPr>
        <dsp:cNvPr id="0" name=""/>
        <dsp:cNvSpPr/>
      </dsp:nvSpPr>
      <dsp:spPr>
        <a:xfrm>
          <a:off x="4997058" y="627601"/>
          <a:ext cx="1161562" cy="1161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A33A8DC-3B97-45AA-9384-03765CBAE9FB}">
      <dsp:nvSpPr>
        <dsp:cNvPr id="0" name=""/>
        <dsp:cNvSpPr/>
      </dsp:nvSpPr>
      <dsp:spPr>
        <a:xfrm>
          <a:off x="3918465" y="2851164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b="1" kern="1200"/>
            <a:t>Vision:</a:t>
          </a:r>
          <a:r>
            <a:rPr lang="en-GB" sz="1500" kern="1200"/>
            <a:t> An aesthetic and storytelling application.</a:t>
          </a:r>
          <a:endParaRPr lang="en-US" sz="1500" kern="1200"/>
        </a:p>
      </dsp:txBody>
      <dsp:txXfrm>
        <a:off x="3918465" y="2851164"/>
        <a:ext cx="3318750" cy="720000"/>
      </dsp:txXfrm>
    </dsp:sp>
    <dsp:sp modelId="{AC081237-290A-4A1C-8115-4ECB7CEB8CA9}">
      <dsp:nvSpPr>
        <dsp:cNvPr id="0" name=""/>
        <dsp:cNvSpPr/>
      </dsp:nvSpPr>
      <dsp:spPr>
        <a:xfrm>
          <a:off x="8465152" y="196163"/>
          <a:ext cx="2024437" cy="2024437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31767A9-BEB4-4E2C-9DF3-38A4EB7DDE3D}">
      <dsp:nvSpPr>
        <dsp:cNvPr id="0" name=""/>
        <dsp:cNvSpPr/>
      </dsp:nvSpPr>
      <dsp:spPr>
        <a:xfrm>
          <a:off x="8896590" y="627601"/>
          <a:ext cx="1161562" cy="1161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4158CA7-1714-499F-81A6-FAB239454478}">
      <dsp:nvSpPr>
        <dsp:cNvPr id="0" name=""/>
        <dsp:cNvSpPr/>
      </dsp:nvSpPr>
      <dsp:spPr>
        <a:xfrm>
          <a:off x="7817996" y="2851164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b="1" kern="1200"/>
            <a:t>Key Technology: </a:t>
          </a:r>
          <a:r>
            <a:rPr lang="en-GB" sz="1500" kern="1200"/>
            <a:t>.NET MAUI, Multi-threading, Async SQLite, and Dependency Injection.</a:t>
          </a:r>
          <a:endParaRPr lang="en-US" sz="1500" kern="1200"/>
        </a:p>
      </dsp:txBody>
      <dsp:txXfrm>
        <a:off x="7817996" y="2851164"/>
        <a:ext cx="33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46C5AF-4D09-49C8-AA7D-A4F22B8AEBFC}">
      <dsp:nvSpPr>
        <dsp:cNvPr id="0" name=""/>
        <dsp:cNvSpPr/>
      </dsp:nvSpPr>
      <dsp:spPr>
        <a:xfrm>
          <a:off x="0" y="459"/>
          <a:ext cx="11155680" cy="107611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F676E41-47B9-4381-8323-647E684048B8}">
      <dsp:nvSpPr>
        <dsp:cNvPr id="0" name=""/>
        <dsp:cNvSpPr/>
      </dsp:nvSpPr>
      <dsp:spPr>
        <a:xfrm>
          <a:off x="325525" y="242586"/>
          <a:ext cx="591864" cy="5918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2F091CF-5D40-4123-B3C3-6416AC33B1AC}">
      <dsp:nvSpPr>
        <dsp:cNvPr id="0" name=""/>
        <dsp:cNvSpPr/>
      </dsp:nvSpPr>
      <dsp:spPr>
        <a:xfrm>
          <a:off x="1242914" y="459"/>
          <a:ext cx="5020056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/>
            <a:t>Multi-Threading &amp; Concurrency</a:t>
          </a:r>
          <a:endParaRPr lang="en-US" sz="2500" kern="1200" dirty="0"/>
        </a:p>
      </dsp:txBody>
      <dsp:txXfrm>
        <a:off x="1242914" y="459"/>
        <a:ext cx="5020056" cy="1076116"/>
      </dsp:txXfrm>
    </dsp:sp>
    <dsp:sp modelId="{1AB5556E-FB43-498A-9FA5-1228A58067C5}">
      <dsp:nvSpPr>
        <dsp:cNvPr id="0" name=""/>
        <dsp:cNvSpPr/>
      </dsp:nvSpPr>
      <dsp:spPr>
        <a:xfrm>
          <a:off x="6262970" y="459"/>
          <a:ext cx="4892709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The Concept: </a:t>
          </a:r>
          <a:r>
            <a:rPr lang="en-GB" sz="1200" kern="1200"/>
            <a:t>Radio Station and Memory Whispers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The Showstopper:</a:t>
          </a:r>
          <a:r>
            <a:rPr lang="en-GB" sz="1200" kern="1200"/>
            <a:t> System Monitor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The Tech Stack: </a:t>
          </a:r>
          <a:r>
            <a:rPr lang="en-GB" sz="1200" kern="1200"/>
            <a:t>Task Parallel Library (TPL) and CancellationToken</a:t>
          </a:r>
          <a:endParaRPr lang="en-US" sz="1200" kern="1200"/>
        </a:p>
      </dsp:txBody>
      <dsp:txXfrm>
        <a:off x="6262970" y="459"/>
        <a:ext cx="4892709" cy="1076116"/>
      </dsp:txXfrm>
    </dsp:sp>
    <dsp:sp modelId="{5B806207-5C63-4E36-A1E7-220CBA95B9EF}">
      <dsp:nvSpPr>
        <dsp:cNvPr id="0" name=""/>
        <dsp:cNvSpPr/>
      </dsp:nvSpPr>
      <dsp:spPr>
        <a:xfrm>
          <a:off x="0" y="1345605"/>
          <a:ext cx="11155680" cy="107611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8158586-50D3-4DC8-AFA0-E4B4ED1FB00A}">
      <dsp:nvSpPr>
        <dsp:cNvPr id="0" name=""/>
        <dsp:cNvSpPr/>
      </dsp:nvSpPr>
      <dsp:spPr>
        <a:xfrm>
          <a:off x="325525" y="1587731"/>
          <a:ext cx="591864" cy="5918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E38ACE9-E8A8-4F2F-B80F-9BCB7DC2E92B}">
      <dsp:nvSpPr>
        <dsp:cNvPr id="0" name=""/>
        <dsp:cNvSpPr/>
      </dsp:nvSpPr>
      <dsp:spPr>
        <a:xfrm>
          <a:off x="1242914" y="1345605"/>
          <a:ext cx="5020056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Dependency Injection &amp; Abstraction</a:t>
          </a:r>
          <a:endParaRPr lang="en-US" sz="2500" kern="1200"/>
        </a:p>
      </dsp:txBody>
      <dsp:txXfrm>
        <a:off x="1242914" y="1345605"/>
        <a:ext cx="5020056" cy="1076116"/>
      </dsp:txXfrm>
    </dsp:sp>
    <dsp:sp modelId="{48136C26-EBA4-4B3F-983E-69EFD244212B}">
      <dsp:nvSpPr>
        <dsp:cNvPr id="0" name=""/>
        <dsp:cNvSpPr/>
      </dsp:nvSpPr>
      <dsp:spPr>
        <a:xfrm>
          <a:off x="6262970" y="1345605"/>
          <a:ext cx="4892709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The Refactor:</a:t>
          </a:r>
          <a:r>
            <a:rPr lang="en-GB" sz="1200" kern="1200"/>
            <a:t> Services are decoupled.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The Security:</a:t>
          </a:r>
          <a:r>
            <a:rPr lang="en-GB" sz="1200" kern="1200"/>
            <a:t> SecureStorage for encrypting API keys for Spotify and YouTube.</a:t>
          </a:r>
          <a:endParaRPr lang="en-US" sz="1200" kern="1200"/>
        </a:p>
      </dsp:txBody>
      <dsp:txXfrm>
        <a:off x="6262970" y="1345605"/>
        <a:ext cx="4892709" cy="1076116"/>
      </dsp:txXfrm>
    </dsp:sp>
    <dsp:sp modelId="{58EC31B9-C37C-4334-819E-290BC80E0607}">
      <dsp:nvSpPr>
        <dsp:cNvPr id="0" name=""/>
        <dsp:cNvSpPr/>
      </dsp:nvSpPr>
      <dsp:spPr>
        <a:xfrm>
          <a:off x="0" y="2690751"/>
          <a:ext cx="11155680" cy="107611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C7C1CCB-F3F7-442E-934E-B453098CF8FE}">
      <dsp:nvSpPr>
        <dsp:cNvPr id="0" name=""/>
        <dsp:cNvSpPr/>
      </dsp:nvSpPr>
      <dsp:spPr>
        <a:xfrm>
          <a:off x="325525" y="2932877"/>
          <a:ext cx="591864" cy="5918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D738798-FF84-4988-8C0E-5BD83E7C8243}">
      <dsp:nvSpPr>
        <dsp:cNvPr id="0" name=""/>
        <dsp:cNvSpPr/>
      </dsp:nvSpPr>
      <dsp:spPr>
        <a:xfrm>
          <a:off x="1242914" y="2690751"/>
          <a:ext cx="5020056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Progressive MVVM</a:t>
          </a:r>
          <a:endParaRPr lang="en-US" sz="2500" kern="1200"/>
        </a:p>
      </dsp:txBody>
      <dsp:txXfrm>
        <a:off x="1242914" y="2690751"/>
        <a:ext cx="5020056" cy="1076116"/>
      </dsp:txXfrm>
    </dsp:sp>
    <dsp:sp modelId="{077A9C98-2BBD-4C86-8310-26B4977C638D}">
      <dsp:nvSpPr>
        <dsp:cNvPr id="0" name=""/>
        <dsp:cNvSpPr/>
      </dsp:nvSpPr>
      <dsp:spPr>
        <a:xfrm>
          <a:off x="6262970" y="2690751"/>
          <a:ext cx="4892709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/>
            <a:t>Home Page: </a:t>
          </a:r>
          <a:r>
            <a:rPr lang="en-GB" sz="1200" kern="1200"/>
            <a:t>HomeViewModel to handle real-time data updates (Clock, Signal Strength, Current Song).</a:t>
          </a:r>
          <a:endParaRPr lang="en-US" sz="1200" kern="1200"/>
        </a:p>
      </dsp:txBody>
      <dsp:txXfrm>
        <a:off x="6262970" y="2690751"/>
        <a:ext cx="4892709" cy="10761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9AC3A7-6E2F-497D-952D-51BEB8A30CF0}">
      <dsp:nvSpPr>
        <dsp:cNvPr id="0" name=""/>
        <dsp:cNvSpPr/>
      </dsp:nvSpPr>
      <dsp:spPr>
        <a:xfrm>
          <a:off x="1011285" y="596604"/>
          <a:ext cx="1467821" cy="14678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64ADE90-A4FC-4EC7-A5C3-477950F0DD62}">
      <dsp:nvSpPr>
        <dsp:cNvPr id="0" name=""/>
        <dsp:cNvSpPr/>
      </dsp:nvSpPr>
      <dsp:spPr>
        <a:xfrm>
          <a:off x="114283" y="2450723"/>
          <a:ext cx="32618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Summary:</a:t>
          </a:r>
          <a:r>
            <a:rPr lang="en-GB" sz="1500" kern="1200"/>
            <a:t> This project demonstrates a modern C# concurrency and clean architectural principles.</a:t>
          </a:r>
          <a:endParaRPr lang="en-US" sz="1500" kern="1200"/>
        </a:p>
      </dsp:txBody>
      <dsp:txXfrm>
        <a:off x="114283" y="2450723"/>
        <a:ext cx="3261824" cy="720000"/>
      </dsp:txXfrm>
    </dsp:sp>
    <dsp:sp modelId="{C3FF34BA-02E6-4451-A8E1-27703390B403}">
      <dsp:nvSpPr>
        <dsp:cNvPr id="0" name=""/>
        <dsp:cNvSpPr/>
      </dsp:nvSpPr>
      <dsp:spPr>
        <a:xfrm>
          <a:off x="4840876" y="639127"/>
          <a:ext cx="1467821" cy="14678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93BD43F-8442-461A-8771-0A01A4EFFFA7}">
      <dsp:nvSpPr>
        <dsp:cNvPr id="0" name=""/>
        <dsp:cNvSpPr/>
      </dsp:nvSpPr>
      <dsp:spPr>
        <a:xfrm>
          <a:off x="3946927" y="2450723"/>
          <a:ext cx="32618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Automated Tests:</a:t>
          </a:r>
          <a:r>
            <a:rPr lang="en-GB" sz="1500" kern="1200"/>
            <a:t> All 54 tests passed.</a:t>
          </a:r>
          <a:endParaRPr lang="en-US" sz="1500" kern="1200"/>
        </a:p>
      </dsp:txBody>
      <dsp:txXfrm>
        <a:off x="3946927" y="2450723"/>
        <a:ext cx="3261824" cy="720000"/>
      </dsp:txXfrm>
    </dsp:sp>
    <dsp:sp modelId="{2DEA5F60-DAE5-4617-A8D1-5B4F5752F9BF}">
      <dsp:nvSpPr>
        <dsp:cNvPr id="0" name=""/>
        <dsp:cNvSpPr/>
      </dsp:nvSpPr>
      <dsp:spPr>
        <a:xfrm>
          <a:off x="8676573" y="596604"/>
          <a:ext cx="1467821" cy="14678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33DFB13-A932-4058-AAAB-E2DDF700DFA9}">
      <dsp:nvSpPr>
        <dsp:cNvPr id="0" name=""/>
        <dsp:cNvSpPr/>
      </dsp:nvSpPr>
      <dsp:spPr>
        <a:xfrm>
          <a:off x="7779571" y="2450723"/>
          <a:ext cx="32618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Future Work: </a:t>
          </a:r>
          <a:r>
            <a:rPr lang="en-GB" sz="1500" kern="1200"/>
            <a:t>Integrate artificial intelligent and/or live Spotify/YouTube Music streaming.</a:t>
          </a:r>
          <a:endParaRPr lang="en-US" sz="1500" kern="1200"/>
        </a:p>
      </dsp:txBody>
      <dsp:txXfrm>
        <a:off x="7779571" y="2450723"/>
        <a:ext cx="3261824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537EF-038C-489E-B659-7554191A425B}" type="datetimeFigureOut">
              <a:rPr lang="en-NL" smtClean="0"/>
              <a:t>19/04/2026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62CF69-B344-45B2-BE35-D1AD1E2536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56101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presentation focus on highlighting the technical complexity of the project while maintaining the atmospheric hook.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2CF69-B344-45B2-BE35-D1AD1E2536F9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09916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 hook: “Every memory is  a ghost. In the Digital Cemetery, I ensured they are never forgotten.”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 vision: 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atmospheric, gothic-noir application that blends storytelling with high-standard software engineering.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technologies that was build upon are .NET MAUI, Multi-threading, Async SQLite, and Dependency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2CF69-B344-45B2-BE35-D1AD1E2536F9}" type="slidenum">
              <a:rPr lang="en-NL" smtClean="0"/>
              <a:t>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89706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Showstopper: The System Monitor tracks the heartbeat of my background tasks. The Radio Uplink is active without blocking the UI thread.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Refactor: I’ve separated my abstractions from implementations. This allows for easy testing—as demonstrated by our 54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tests—and makes the architecture 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2CF69-B344-45B2-BE35-D1AD1E2536F9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07238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dirty="0"/>
              <a:t>Open App: Flickering candle and the pulse of the signal monitor.</a:t>
            </a:r>
          </a:p>
          <a:p>
            <a:pPr marL="228600" indent="-228600">
              <a:buAutoNum type="arabicPeriod"/>
            </a:pPr>
            <a:r>
              <a:rPr lang="en-GB" dirty="0"/>
              <a:t>Add a Memory: Show the status changing as background threads whisper memories.</a:t>
            </a:r>
          </a:p>
          <a:p>
            <a:pPr marL="228600" indent="-228600">
              <a:buAutoNum type="arabicPeriod"/>
            </a:pPr>
            <a:r>
              <a:rPr lang="en-GB" dirty="0"/>
              <a:t>Configuration: Briefly show the encrypted settings page.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2CF69-B344-45B2-BE35-D1AD1E2536F9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86830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Summary: 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project isn't just a graveyard; it's a demonstration of modern C# concurrency and clean architectural principles.</a:t>
            </a:r>
          </a:p>
          <a:p>
            <a:r>
              <a:rPr lang="en-GB" dirty="0"/>
              <a:t>Future: AI-driven Memory Analysis or live Spotify streaming.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2CF69-B344-45B2-BE35-D1AD1E2536F9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00977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34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56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9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2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9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6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76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193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01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8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11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6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Red rose on top of a gravestone">
            <a:extLst>
              <a:ext uri="{FF2B5EF4-FFF2-40B4-BE49-F238E27FC236}">
                <a16:creationId xmlns:a16="http://schemas.microsoft.com/office/drawing/2014/main" id="{46013B49-CDC3-1829-F340-02AF54783D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745" b="98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90049D-9C00-C499-7782-1B8FAD597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1580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hu-HU" sz="4100" dirty="0"/>
              <a:t>The Not-</a:t>
            </a:r>
            <a:r>
              <a:rPr lang="en-GB" sz="4100" dirty="0"/>
              <a:t>So-Forgotten Cemetery</a:t>
            </a:r>
            <a:endParaRPr lang="en-NL" sz="4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8B171-60B3-6BE4-B29E-11411744D6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5733" y="5731580"/>
            <a:ext cx="3801551" cy="960120"/>
          </a:xfrm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GB" sz="1900" dirty="0"/>
              <a:t>Threading in C#</a:t>
            </a:r>
          </a:p>
          <a:p>
            <a:pPr algn="r">
              <a:lnSpc>
                <a:spcPct val="100000"/>
              </a:lnSpc>
            </a:pPr>
            <a:r>
              <a:rPr lang="en-GB" sz="1900" dirty="0"/>
              <a:t>Virag Szabo (4727444)</a:t>
            </a:r>
            <a:endParaRPr lang="en-NL" sz="1900" dirty="0"/>
          </a:p>
        </p:txBody>
      </p:sp>
    </p:spTree>
    <p:extLst>
      <p:ext uri="{BB962C8B-B14F-4D97-AF65-F5344CB8AC3E}">
        <p14:creationId xmlns:p14="http://schemas.microsoft.com/office/powerpoint/2010/main" val="356341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04FC0-7E2A-1673-A9E3-A4FD91CFD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Opening Time</a:t>
            </a:r>
            <a:endParaRPr lang="en-NL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3CF951-A8F6-1581-D61E-19E6D0B7B2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3322916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80660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C6559-DC47-B265-3F52-334AB2EB3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Deep Dive</a:t>
            </a:r>
            <a:endParaRPr lang="en-NL" dirty="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5341B823-84CC-8FFA-8FB4-86EDB49C7C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3914061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0568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0622-3F17-14A0-3B4C-38C613C4B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61236-0394-B8B3-0699-22C4FEF5F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06045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9A728-45D0-9F3B-585E-06AA769F3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Closing Time</a:t>
            </a:r>
            <a:endParaRPr lang="en-NL" dirty="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D8902C65-B57F-FC97-6112-74019AF065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4418689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9591167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20</TotalTime>
  <Words>375</Words>
  <Application>Microsoft Office PowerPoint</Application>
  <PresentationFormat>Widescreen</PresentationFormat>
  <Paragraphs>38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Bierstadt</vt:lpstr>
      <vt:lpstr>GestaltVTI</vt:lpstr>
      <vt:lpstr>The Not-So-Forgotten Cemetery</vt:lpstr>
      <vt:lpstr>The Opening Time</vt:lpstr>
      <vt:lpstr>Technical Deep Dive</vt:lpstr>
      <vt:lpstr>Demo</vt:lpstr>
      <vt:lpstr>Closing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Virág Szabó - DevRepublic</dc:creator>
  <cp:lastModifiedBy>Virág Szabó - DevRepublic</cp:lastModifiedBy>
  <cp:revision>29</cp:revision>
  <dcterms:created xsi:type="dcterms:W3CDTF">2026-04-19T12:53:24Z</dcterms:created>
  <dcterms:modified xsi:type="dcterms:W3CDTF">2026-04-19T13:14:07Z</dcterms:modified>
</cp:coreProperties>
</file>